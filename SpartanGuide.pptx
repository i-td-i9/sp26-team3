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16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0381-D8CF-4A51-8D28-2B4640078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89B78-41CB-7672-20D7-014D510C9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0B8A0-1351-6DA3-0B4D-C099B713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F30E0-2BB2-5B53-451A-FF85040E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5A99E-BF55-3B60-8404-EF1D9E15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3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3987-C466-E3A3-CA4C-0EFA7BCC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F707-8D21-B18E-5E76-5155C4052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BEB64-9A3D-23FE-F8E7-3F147098B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DFDE-2D73-E3C3-BD88-C77DA9F3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36B70-D228-53F3-5439-04F4FC33E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4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3967-3CBE-5D0B-E553-C9E41D10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7740C-209A-EEA5-FBC4-91C0E8E9D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6016B-501D-34F4-3E06-7D7B6C59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76ED-F3DC-DB1F-4B32-BD81B4A0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81385-7E40-208A-E23A-FD0386D7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39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2827-CEE6-30F5-98BC-39387886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B323C-4D1B-5A30-0C60-DEA2D23AA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27187-BE4A-AA8E-3B22-F78679503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F16E1-BFAC-E742-CF7D-4950EDC4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4573D-BDE1-BC22-C25D-3D5B1B45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94C8-2500-4022-337C-E02EC108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4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D5DC-6F23-E049-07B1-C482F40D7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24BEA-DDA5-A79D-A8BF-91F5B5250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21B-E732-A7D2-F880-7EE653EB0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5A7F3-9943-2510-716A-F16AA2618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23243-5D42-CAE9-8F8A-E957AE1C7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E42778-2AA1-7900-A4B1-AB89AAA8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754B6-4961-D3D6-30D2-1C3D9A2C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8E5E4-5946-1366-5A94-3BC946F5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8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F1CD-C82E-39DC-7BF5-BC17587D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B4F227-DE86-336F-3E81-A558831AA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EE60F-B62C-9A73-DCC7-C1C1DCFB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C1FAD-6F62-0B71-6C37-CEC2FC4A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67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C83AC-C22D-66CA-90DF-2BF83529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11EA6-B833-10FC-166C-8848332B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9CA39-E609-D4A6-3B24-4774F42A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37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7DDF-BEC0-C0EF-D46C-7FF21D34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C2A4-2354-7231-E57A-2C5AEB405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8B7E2-05C2-1389-BFFD-53F857AB4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6B904-C36F-06A9-0CB3-14EFA181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89481-FD8A-9A7D-584B-CDD2E405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3903B-DC80-7F5E-C2C0-05F915BC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2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DEAD-96FE-45FA-723F-9BDF17DD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8F580-F973-5E48-B265-1EF22DF10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4EA0C-9F95-8F3C-1B97-192929DB8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BA641-392F-E965-D269-D3048F2E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C26C4-6A2E-55BF-DCAC-7C559E9F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209A2-7264-D420-88F5-9711C531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8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DFB5-5558-2AAA-B3E1-ED69E807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63860-C0CE-7AEF-9D9D-49D51C70A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94AA3-E078-A3ED-42E2-D5CD5AD26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D12AB-A9D8-3A3B-52A2-00587110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04CE6-1496-82A2-214E-C466075D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7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06D4C3-A19A-A35C-E80D-215366078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AA8E5-7C73-D065-6621-8CC18E976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A737-AB4B-8B2B-9EAB-14ED7F5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75AA7-A6C3-755A-8DD3-B41AFFB6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C34F4-3F5F-F8E7-6FD8-9AB9D1F7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7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F43D4-4EA3-63D8-AA9E-86D400BB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163B-39B0-5172-4CC1-DC2F14C39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677D9-53BB-FA51-C870-7791747D1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22AF6-5F9C-4610-9A39-BA6F8B184AB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3EB57-1DD1-6F7D-F9B8-12C45F910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7CCCD-B9DF-CC2B-D884-3773C84F8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A593F-E83C-40F1-B426-E345635EF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6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4A68-0096-71A7-8550-76E475187B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SpartanGuide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5918A-869F-51FD-5984-C37D7C747A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Dylan York</a:t>
            </a:r>
          </a:p>
          <a:p>
            <a:r>
              <a:rPr lang="en-US" dirty="0"/>
              <a:t>Taif Shaker</a:t>
            </a:r>
          </a:p>
        </p:txBody>
      </p:sp>
    </p:spTree>
    <p:extLst>
      <p:ext uri="{BB962C8B-B14F-4D97-AF65-F5344CB8AC3E}">
        <p14:creationId xmlns:p14="http://schemas.microsoft.com/office/powerpoint/2010/main" val="93481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3E55-E112-0EE1-7C18-61C57260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5D7A5-AFC2-2A10-C4D2-89BFD6E92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Spartan Guide connects UNCG students with student guides for</a:t>
            </a:r>
          </a:p>
          <a:p>
            <a:pPr marL="0" indent="0">
              <a:buNone/>
            </a:pPr>
            <a:r>
              <a:rPr lang="en-US" dirty="0"/>
              <a:t>outdoor adventures.</a:t>
            </a:r>
          </a:p>
          <a:p>
            <a:r>
              <a:rPr lang="en-US" dirty="0"/>
              <a:t> Explore beyond campus</a:t>
            </a:r>
          </a:p>
          <a:p>
            <a:r>
              <a:rPr lang="en-US" dirty="0"/>
              <a:t> Find trusted guides</a:t>
            </a:r>
          </a:p>
          <a:p>
            <a:r>
              <a:rPr lang="en-US" dirty="0"/>
              <a:t> Stay safe while having fun</a:t>
            </a:r>
          </a:p>
          <a:p>
            <a:r>
              <a:rPr lang="en-US" dirty="0"/>
              <a:t> Build a student adventure community</a:t>
            </a:r>
          </a:p>
        </p:txBody>
      </p:sp>
    </p:spTree>
    <p:extLst>
      <p:ext uri="{BB962C8B-B14F-4D97-AF65-F5344CB8AC3E}">
        <p14:creationId xmlns:p14="http://schemas.microsoft.com/office/powerpoint/2010/main" val="42232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3E08-3457-1417-4939-BD38044F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A3B9E-8D24-A2FA-432B-BE1C699F9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3600" dirty="0"/>
              <a:t>Customer </a:t>
            </a:r>
            <a:endParaRPr lang="en-US" dirty="0"/>
          </a:p>
          <a:p>
            <a:pPr lvl="1"/>
            <a:r>
              <a:rPr lang="en-US" dirty="0"/>
              <a:t> Browse adventures (hiking, skiing, caves, etc.)</a:t>
            </a:r>
          </a:p>
          <a:p>
            <a:pPr lvl="1"/>
            <a:r>
              <a:rPr lang="en-US" dirty="0"/>
              <a:t> Book a guide</a:t>
            </a:r>
          </a:p>
          <a:p>
            <a:pPr lvl="1"/>
            <a:r>
              <a:rPr lang="en-US" dirty="0"/>
              <a:t> Create and manage adventure listings</a:t>
            </a:r>
          </a:p>
          <a:p>
            <a:pPr lvl="1"/>
            <a:r>
              <a:rPr lang="en-US" dirty="0"/>
              <a:t> Leave reviews</a:t>
            </a:r>
          </a:p>
          <a:p>
            <a:pPr lvl="1"/>
            <a:r>
              <a:rPr lang="en-US" dirty="0"/>
              <a:t> Premium Pass:</a:t>
            </a:r>
          </a:p>
          <a:p>
            <a:pPr lvl="1"/>
            <a:r>
              <a:rPr lang="en-US" dirty="0"/>
              <a:t>Free tours if you have subscription </a:t>
            </a:r>
          </a:p>
        </p:txBody>
      </p:sp>
    </p:spTree>
    <p:extLst>
      <p:ext uri="{BB962C8B-B14F-4D97-AF65-F5344CB8AC3E}">
        <p14:creationId xmlns:p14="http://schemas.microsoft.com/office/powerpoint/2010/main" val="198069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F500-5B26-804B-E105-A7B4A912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87AD-AD6C-6889-00C1-CD25FC4CD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3600" dirty="0"/>
              <a:t>Provider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 Browse adventures (hiking, skiing, caves, etc.)</a:t>
            </a:r>
          </a:p>
          <a:p>
            <a:pPr lvl="1"/>
            <a:r>
              <a:rPr lang="en-US" dirty="0"/>
              <a:t> Book a guide</a:t>
            </a:r>
          </a:p>
          <a:p>
            <a:pPr lvl="1"/>
            <a:r>
              <a:rPr lang="en-US" dirty="0"/>
              <a:t> Create and manage adventure listings</a:t>
            </a:r>
          </a:p>
          <a:p>
            <a:pPr lvl="1"/>
            <a:r>
              <a:rPr lang="en-US" dirty="0"/>
              <a:t> Leave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4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5825-B600-A37F-5EC9-288F496C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Two-Way Review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E071C-0F0B-414D-2938-E142ECD40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Customers review guides</a:t>
            </a:r>
          </a:p>
          <a:p>
            <a:r>
              <a:rPr lang="en-US" dirty="0"/>
              <a:t> Guides review customers</a:t>
            </a:r>
          </a:p>
          <a:p>
            <a:r>
              <a:rPr lang="en-US" dirty="0"/>
              <a:t> Builds trust</a:t>
            </a:r>
          </a:p>
          <a:p>
            <a:r>
              <a:rPr lang="en-US" dirty="0"/>
              <a:t> Encourages safety and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2227912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125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SpartanGuide</vt:lpstr>
      <vt:lpstr>Our Idea</vt:lpstr>
      <vt:lpstr>Main Features</vt:lpstr>
      <vt:lpstr>Main Features</vt:lpstr>
      <vt:lpstr>Two-Way Review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York</dc:creator>
  <cp:lastModifiedBy>Dylan York</cp:lastModifiedBy>
  <cp:revision>1</cp:revision>
  <dcterms:created xsi:type="dcterms:W3CDTF">2026-02-19T19:33:11Z</dcterms:created>
  <dcterms:modified xsi:type="dcterms:W3CDTF">2026-02-19T19:46:37Z</dcterms:modified>
</cp:coreProperties>
</file>